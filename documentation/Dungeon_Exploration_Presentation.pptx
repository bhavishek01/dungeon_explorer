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200" b="1">
                <a:solidFill>
                  <a:srgbClr val="16324F"/>
                </a:solidFill>
                <a:latin typeface="Aptos"/>
              </a:defRPr>
            </a:pPr>
            <a:r>
              <a:t>Dungeon 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0">
                <a:solidFill>
                  <a:srgbClr val="237A77"/>
                </a:solidFill>
                <a:latin typeface="Aptos"/>
              </a:defRPr>
            </a:pPr>
            <a:r>
              <a:t>Procedural action-adventure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257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24313A"/>
                </a:solidFill>
                <a:latin typeface="Aptos"/>
              </a:defRPr>
            </a:pPr>
            <a:r>
              <a:t>Project presentation | Python + Pygame + algorithmic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A replayable dungeon loop with explainable adaptive difficulty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Create or select an explorer profile.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Enter a newly generated dungeon on every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9689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Explore, fight, collect keys and treasures, and unlock the door.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Persist progression and use recent outcomes to shape future challenge.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Overall game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From launch to a completed or failed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1240" y="29900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10968" y="27432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3568" y="29900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3296" y="27432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Menu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25896" y="29900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3" y="27432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Generate world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8223" y="29900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7951" y="27432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Explore + fight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0551" y="29900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60280" y="27432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Clear / death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24313A"/>
                </a:solidFill>
                <a:latin typeface="Aptos"/>
              </a:defRPr>
            </a:pPr>
            <a:r>
              <a:t>The active screen owns input, update, and drawing while shared game_state carries the run across screens.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Pygame presentation, shared game state, local persistence, and mapgen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Pygame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3705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3433" y="233172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ScreenManager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08499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8227" y="233172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GameScreen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43292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3020" y="233172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shared.mapgen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8086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87814" y="233172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ClientSession /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24313A"/>
                </a:solidFill>
                <a:latin typeface="Aptos"/>
              </a:defRPr>
            </a:pPr>
            <a:r>
              <a:t>- One active screen receives events and renders each frame.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24313A"/>
                </a:solidFill>
                <a:latin typeface="Aptos"/>
              </a:defRPr>
            </a:pPr>
            <a:r>
              <a:t>- GameScreen bridges generated data with player, monsters, projectiles, and interactions.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578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24313A"/>
                </a:solidFill>
                <a:latin typeface="Aptos"/>
              </a:defRPr>
            </a:pPr>
            <a:r>
              <a:t>- ClientSession saves persistent inventory, coins, item usage, and recent results.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Procedural generation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A hybrid of evolutionary search, cellular smoothing, and graph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1486553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Seed population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5193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4921" y="2331720"/>
            <a:ext cx="1486553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Carve 9 sectors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1474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1202" y="2331720"/>
            <a:ext cx="1486553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Smooth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7755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7483" y="2331720"/>
            <a:ext cx="1486553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Repair BFS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4036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33764" y="2331720"/>
            <a:ext cx="1486553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0317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30045" y="2331720"/>
            <a:ext cx="1486553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Breed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6598" y="257860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26326" y="2331720"/>
            <a:ext cx="1486553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Select +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Default configuration: 81 x 81 map, 8 candidates, 4 generations, 3 x 3 sector 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Where the AI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AI here means explainable algorithmic decisions, not a trained neural network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Genetic algorithm: keeps strong layouts, crosses parents, and mutates tiles.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BFS: measures reachable space, distances, and connectivity repairs.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9689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A*: validates paths before placing or scheduling entities.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Decision rules: mine the last five games and adjust the next monster limit.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Adaptive difficulty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The decision tree turns recent player outcomes into a transparent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Last 5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73705" y="248716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3433" y="224028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Kill + clear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08499" y="248716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8227" y="224028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Association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43292" y="248716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3020" y="224028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Loss streak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8086" y="248716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87814" y="2240280"/>
            <a:ext cx="2125065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Monster limit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24313A"/>
                </a:solidFill>
                <a:latin typeface="Aptos"/>
              </a:defRPr>
            </a:pPr>
            <a:r>
              <a:t>Default = 12 monsters. Repeated low-kill losses can increase the limit up to 18; repeated high-kill clears increase it modestly.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Objective and entity 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Functional content is placed after the map is proven playable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Door key and door use farthest reachable tiles to create exploration goals.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Treasures receive randomized Bow Gun or Light rewards.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9689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Keys are separated from treasure locations.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Monsters guard treasure and appear through a spawn schedule.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47872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Lights, water, lava, and decorations add environmental identity.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Gameplay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Real-time control inside the generated grid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1240" y="25328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10968" y="22860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Collision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3568" y="25328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3296" y="22860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Terrain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25896" y="25328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3" y="22860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Combat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8223" y="25328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7951" y="22860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0551" y="2532888"/>
            <a:ext cx="109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37A77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60280" y="2286000"/>
            <a:ext cx="1752600" cy="868680"/>
          </a:xfrm>
          <a:prstGeom prst="roundRect">
            <a:avLst/>
          </a:prstGeom>
          <a:solidFill>
            <a:srgbClr val="F2F7F8"/>
          </a:solidFill>
          <a:ln>
            <a:solidFill>
              <a:srgbClr val="237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6324F"/>
                </a:solidFill>
                <a:latin typeface="Aptos"/>
              </a:defRPr>
            </a:pPr>
            <a: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519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24313A"/>
                </a:solidFill>
                <a:latin typeface="Aptos"/>
              </a:defRPr>
            </a:pPr>
            <a:r>
              <a:t>- WASD / arrows move; Shift sprints while stamina is available.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90872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24313A"/>
                </a:solidFill>
                <a:latin typeface="Aptos"/>
              </a:defRPr>
            </a:pPr>
            <a:r>
              <a:t>- Mouse input aims and fires projectiles.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9784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24313A"/>
                </a:solidFill>
                <a:latin typeface="Aptos"/>
              </a:defRPr>
            </a:pPr>
            <a:r>
              <a:t>- Walls block movement; water and hazards modify survival and movement.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6869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24313A"/>
                </a:solidFill>
                <a:latin typeface="Aptos"/>
              </a:defRPr>
            </a:pPr>
            <a:r>
              <a:t>- E or Space opens inventory / resolves world interactions; Escape pauses.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Persistence and progression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The local profile is part of the game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Profiles are stored in `src/client/data/profiles.json`.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Class, level, experience, inventory, coins, and item usage survive between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9689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Temporary keys and run-only items are removed when a run ends.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The last five game outcomes feed the next generation's difficulty decision.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Testing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What should be demonstrated and verified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Launch and profile creation / selection.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Deterministic seeded map generation and random-seed variety.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9689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BFS reachable ratio and A* path checks for objectives and monsters.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Movement, collision, combat, item use, scheduled spawning, and door interaction.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47872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Run recording, persistence, and adaptive monster-limit boundaries.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A compact game with a strong algorithmic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The game combines a readable player loop with fresh procedural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The AI is explainable, testable, and directly connected to gameplay variety.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9689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The architecture leaves room for stronger monster behavior, more objectives, and automated tests.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>
                <a:solidFill>
                  <a:srgbClr val="24313A"/>
                </a:solidFill>
                <a:latin typeface="Aptos"/>
              </a:defRPr>
            </a:pPr>
            <a:r>
              <a:t>- The current implementation is local single-player; multiplayer and ML are future possibilities, not present features.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16324F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237A77"/>
                </a:solidFill>
                <a:latin typeface="Aptos"/>
              </a:defRPr>
            </a:pPr>
            <a:r>
              <a:t>Dungeon 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25880"/>
            <a:ext cx="914400" cy="73152"/>
          </a:xfrm>
          <a:prstGeom prst="rect">
            <a:avLst/>
          </a:prstGeom>
          <a:solidFill>
            <a:srgbClr val="237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800" b="1">
                <a:solidFill>
                  <a:srgbClr val="237A77"/>
                </a:solidFill>
                <a:latin typeface="Aptos"/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0">
                <a:solidFill>
                  <a:srgbClr val="16324F"/>
                </a:solidFill>
                <a:latin typeface="Aptos"/>
              </a:defRPr>
            </a:pPr>
            <a:r>
              <a:t>The key takeaway: every run is generated, checked, and tuned before the player enters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